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37160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" y="1371600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4752" y="137160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55648" y="137160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Real-Time AI Pipelines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CADCFC"/>
                </a:solidFill>
                <a:latin typeface="Calibri"/>
              </a:rPr>
              <a:t>Embedding LLMs into Apache Beam for live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Samir Sengupta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961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AI/ML Engineer, SyGenticAI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21208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Beam Summit 2026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Mon 22 Jun · Hackberry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A5E9"/>
                </a:solidFill>
                <a:latin typeface="Calibri"/>
              </a:rPr>
              <a:t>THE REAL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172A"/>
                </a:solidFill>
                <a:latin typeface="Calibri"/>
              </a:rPr>
              <a:t>Building the model is the easy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64748B"/>
                </a:solidFill>
                <a:latin typeface="Calibri"/>
              </a:rPr>
              <a:t>Getting it to run reliably on live data at scale is the hard part.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410712" cy="2468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35204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206240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09160"/>
            <a:ext cx="27706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An LLM in the request path can't make a customer wait at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3200400"/>
            <a:ext cx="3410712" cy="2468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28032" y="35204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4206240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4709160"/>
            <a:ext cx="27706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Calling a model on every event gets expensive fast without batching.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3200400"/>
            <a:ext cx="3410712" cy="2468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13064" y="3520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4206240"/>
            <a:ext cx="2770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4709160"/>
            <a:ext cx="27706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Streams never stop. The pipeline has to degrade, not crash.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APACHE BEAM IN 90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Write the pipeline once. Run it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4748B"/>
                </a:solidFill>
                <a:latin typeface="Calibri"/>
              </a:rPr>
              <a:t>Same code for batch or streaming — on a laptop, on Spark, or on Cloud Dataflow.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3464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8529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PCollection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88036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A pipe of data flowing through — finite (a file) or infinite (a live stream).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886200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904487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PTransform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3192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A step that operates on the data. You chain steps with the | operator.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937760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95604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DoFn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98348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Your per-element logic, run in parallel by Beam. This is where the LLM lives.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6035040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F46E5"/>
                </a:solidFill>
                <a:latin typeface="Calibri"/>
              </a:rPr>
              <a:t>Think of a factory conveyor belt: each transaction is an item, each DoFn is a station.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A5E9"/>
                </a:solidFill>
                <a:latin typeface="Calibri"/>
              </a:rPr>
              <a:t>WHY BEAM FOR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Two reasons it fits AI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EA5E9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4612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Same code, batch or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9476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Prototype on yesterday's data, then flip to a live stream with no rewrite.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4612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It scales the boring parts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9476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Parallelism, retries, batching, windowing, autoscaling — Beam handles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1060704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0B981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38928"/>
            <a:ext cx="9326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Beam ships RunInference — a transform purpose-built for running ML models in the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THE DEMO · REAL-TIME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One Beam pipeline, four stages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774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98648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Stream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1927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 event / 2s (prod: Kafka)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9544" y="2843784"/>
            <a:ext cx="316992" cy="16459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81400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09999" y="237744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999" y="2898648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RAG 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99" y="331927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embed → vector search top-k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7984" y="2843784"/>
            <a:ext cx="316992" cy="16459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9840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68440" y="23774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8440" y="2898648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LLM 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8440" y="331927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verdict + risk + reason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26424" y="2843784"/>
            <a:ext cx="316992" cy="16459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21488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898648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Output sink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31927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FRAUD / REVIEW / LEGIT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1400" y="4434840"/>
            <a:ext cx="2331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4279" y="45720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Calibri"/>
              </a:rPr>
              <a:t>Vector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4279" y="4937759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known fraud patterns (FAISS)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9840" y="4434840"/>
            <a:ext cx="2331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2720" y="45720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5CF6"/>
                </a:solidFill>
                <a:latin typeface="Calibri"/>
              </a:rPr>
              <a:t>LLM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720" y="4937759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OpenAI-compatible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4434840"/>
            <a:ext cx="2331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5720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Safety 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937759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rule-based fallback if LLM 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Each box is a Beam ParDo (DoFn). Same five transforms run unchanged on Dataflow against millions of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Give the model context, don't make it memorize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500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Embed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377439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Turn the transaction into a vector of numbers.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18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461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Search the vector DB for the most similar known fraud patterns.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0873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Augment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1148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Put those patterns into the prompt as fresh, specific context.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95604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9834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The LLM reasons over the transaction + retrieved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89788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98932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F46E5"/>
                </a:solidFill>
                <a:latin typeface="Calibri"/>
              </a:rPr>
              <a:t>Update the vector DB and behavior changes — no retraining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THE PATTERN THAT MAKES IT PRODUCTION-GRADE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Load once, infer millions of times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class LlmClassify(beam.DoFn):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def setup(self):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    # runs ONCE per worker —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    # load model, connect to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    # the vector DB here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    self.clf = RagClassifier()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def process(self, element):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    # runs PER event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ADCFC"/>
                </a:solidFill>
                <a:latin typeface="Consolas"/>
              </a:rPr>
              <a:t>        yield self.clf.classify(...)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9601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29400" y="2441448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3408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706624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Keep the GPU busy across many events at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91839"/>
            <a:ext cx="5029200" cy="9601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3538727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43814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Quantize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803904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GGUF / GPTQ shrink compute and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389120"/>
            <a:ext cx="5029200" cy="9601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9400" y="46360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53542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901183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Cheap rules handle the obvious; the LLM gets the ambiguous.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" y="1280160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4752" y="128016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55648" y="12801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ADCFC"/>
                </a:solidFill>
                <a:latin typeface="Calibri"/>
              </a:rPr>
              <a:t>Streaming transactions, classified in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10607040" cy="71323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96511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$5.25 · coffee, home 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4069080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4069080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LEGIT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73168"/>
            <a:ext cx="10607040" cy="71323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59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$980 · gift cards abroad, minutes after a US charge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4910328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4910328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FRAUD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614416"/>
            <a:ext cx="10607040" cy="71323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779007"/>
            <a:ext cx="8046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$9,900 · wire just under the reporting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5751576"/>
            <a:ext cx="1463040" cy="43891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5751576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FROM THIS DEMO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The same code that scales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257800" cy="50292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2011680"/>
            <a:ext cx="516636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 the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08483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Generator emits events on a timer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07208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ReadFromKafka / ReadFromPubSub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2900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3872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FAISS / numpy vector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538728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Pinecone / FAISS 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7024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Local OpenAI-compatible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70248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vLLM / AWS Bedrock + SageMaker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01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DirectRunner on a laptop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001768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DataflowRunner + Kubernetes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806440"/>
            <a:ext cx="5257800" cy="777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9788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A5E9"/>
                </a:solidFill>
                <a:latin typeface="Calibri"/>
              </a:rPr>
              <a:t>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897880"/>
            <a:ext cx="3383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lower inference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806440"/>
            <a:ext cx="5166360" cy="777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89788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B981"/>
                </a:solidFill>
                <a:latin typeface="Calibri"/>
              </a:rPr>
              <a:t>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5897880"/>
            <a:ext cx="3383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better reasoning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Beam unifies batch and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so your LLM pipeline is one codebase, laptop to cloud.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33756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291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setup() loads the model once per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the single most important cost pattern for ML in Beam.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3434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4297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RAG gives the model live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update the vector DB, not the weights.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3492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5303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Design for graceful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715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a streaming pipeline must never hard-fail.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46304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" y="1463040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4752" y="146304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55648" y="14630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CADCFC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Samir Sengupta · SyGenticAI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github.com/SamirSengupta · samcodeman.com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457200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507492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Feedback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QR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